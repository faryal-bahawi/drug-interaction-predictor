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Drug-Drug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Graph Neural Networks trained on 5 million FDA adverse event reports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Faryal Bahawi | Data Science M.S. | University of New Haven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F1E2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2926080"/>
          </a:xfrm>
          <a:prstGeom prst="rect">
            <a:avLst>
              <a:gd name="adj" fmla="val 3448"/>
            </a:avLst>
          </a:prstGeom>
          <a:solidFill>
            <a:srgbClr val="F0F4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billion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filled annually in the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926080"/>
          </a:xfrm>
          <a:prstGeom prst="rect">
            <a:avLst>
              <a:gd name="adj" fmla="val 3448"/>
            </a:avLst>
          </a:prstGeom>
          <a:solidFill>
            <a:srgbClr val="F0F4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63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125,000+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from adverse drug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2926080"/>
          </a:xfrm>
          <a:prstGeom prst="rect">
            <a:avLst>
              <a:gd name="adj" fmla="val 3448"/>
            </a:avLst>
          </a:prstGeom>
          <a:solidFill>
            <a:srgbClr val="F0F4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63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adverse events involve drug-drug interactions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are manual, incomplete, and inaccessible to patients.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FDA FAERS 2026 Q1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0116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1,703,210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drug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1,330,675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adverse reaction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1,139,940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treated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397,224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demographics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291,580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404,946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Therapy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3017520" cy="1371600"/>
          </a:xfrm>
          <a:prstGeom prst="rect">
            <a:avLst>
              <a:gd name="adj" fmla="val 6667"/>
            </a:avLst>
          </a:prstGeom>
          <a:solidFill>
            <a:srgbClr val="1A2B3C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280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Million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76072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across 7 tables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743200"/>
            <a:ext cx="3017520" cy="1371600"/>
          </a:xfrm>
          <a:prstGeom prst="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29,557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76072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drug names cleaned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4297680"/>
            <a:ext cx="3017520" cy="548640"/>
          </a:xfrm>
          <a:prstGeom prst="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connected by primaryid case number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raw FAERS 2026 Q1 data directly from FDA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cleaning, RxNorm standardization, noise removal, missing value handling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51560"/>
          </a:xfrm>
          <a:prstGeom prst="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PRR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Proportionality Reporting Ratio — same method used by the FDA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51560"/>
          </a:xfrm>
          <a:prstGeom prst="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4173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Random Forest — 58-60%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51560"/>
          </a:xfrm>
          <a:prstGeom prst="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6517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train/val/test split. GNN trained 500 epochs with early stopping — 78.1% AUC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51560"/>
          </a:xfrm>
          <a:prstGeom prst="rect">
            <a:avLst>
              <a:gd name="adj" fmla="val 8696"/>
            </a:avLst>
          </a:pr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38862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069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 app detecting real interactions with calibrated confidence scores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743200"/>
          </a:xfrm>
          <a:prstGeom prst="rect">
            <a:avLst>
              <a:gd name="adj" fmla="val 3571"/>
            </a:avLst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743200"/>
          </a:xfrm>
          <a:prstGeom prst="rect">
            <a:avLst>
              <a:gd name="adj" fmla="val 3571"/>
            </a:avLst>
          </a:prstGeom>
          <a:solidFill>
            <a:srgbClr val="B8C8D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2743200"/>
          </a:xfrm>
          <a:prstGeom prst="rect">
            <a:avLst>
              <a:gd name="adj" fmla="val 3571"/>
            </a:avLst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train/validation/test split was applied. GNN evaluated on 20% unseen drug pairs.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outperformed classical ML by 30% by learning from drug network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— Real Predictions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77240"/>
          </a:xfrm>
          <a:prstGeom prst="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09728" cy="7772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Cyclosporine + Fluconazole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Fluconazole raises cyclosporine toxicity — kidney damage risk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shared reactions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777240"/>
          </a:xfrm>
          <a:prstGeom prst="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103120"/>
            <a:ext cx="109728" cy="777240"/>
          </a:xfrm>
          <a:prstGeom prst="rect">
            <a:avLst/>
          </a:prstGeom>
          <a:solidFill>
            <a:srgbClr val="E64A1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+ Fluconazole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87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Fluconazole significantly increases warfarin levels — bleeding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shared reactions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777240"/>
          </a:xfrm>
          <a:prstGeom prst="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017520"/>
            <a:ext cx="109728" cy="7772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Haloperidol + Clozapine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detected via graph structure — both antipsychotics share network neighbors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shared reactions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777240"/>
          </a:xfrm>
          <a:prstGeom prst="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931920"/>
            <a:ext cx="109728" cy="77724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+ Ibuprofen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315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Ibuprofen enhances blood thinning — lower but real risk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023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shared reactions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GNN detects interactions even with 0 shared reactions by learning drug network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566160"/>
          </a:xfrm>
          <a:prstGeom prst="rect">
            <a:avLst>
              <a:gd name="adj" fmla="val 2564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data limited to 3,557 DrugBank pairs — small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 negatives for interactions outside DrugBank training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8437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RxNorm standardization imperfect for brand-to-generic mapping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37413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3 node features — chemical properties not yet included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9044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limited to 544 drugs currently in the 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566160"/>
          </a:xfrm>
          <a:prstGeom prst="rect">
            <a:avLst>
              <a:gd name="adj" fmla="val 2564"/>
            </a:avLst>
          </a:prstGeom>
          <a:solidFill>
            <a:srgbClr val="1A2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Incorporate molecular fingerprints as node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3134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full DrugBank + TWOSIDES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8437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severity prediction (mild/moderate/severe)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3741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Physician validation with domain expert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9044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on Hugging Face Spaces for public access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Drug-Drug Interaction Predictor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• SQL • Pandas • NetworkX • PyTorch Geometric • Streamlit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FDA FAERS 2026 Q1 • DrugBank • RxNorm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AUC: 78.1% on unseen drug pairs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faryal-bahawi.github.io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2026-07-19T21:03:08Z</dcterms:created>
  <dcterms:modified xsi:type="dcterms:W3CDTF">2026-07-19T21:03:08Z</dcterms:modified>
</cp:coreProperties>
</file>